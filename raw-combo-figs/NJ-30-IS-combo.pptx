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 varScale="1">
        <p:scale>
          <a:sx n="120" d="100"/>
          <a:sy n="120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7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8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7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3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3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9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3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C4648-044D-FA40-BA96-4957601464E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E8BA0-A762-F441-9266-C012A21F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A8F867-999B-0AAA-5DC8-40EBA355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7"/>
            <a:ext cx="3811654" cy="254321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697B021-FC78-CB89-0CE1-521E0BFD3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3644E54-FE52-36E7-5F31-DEA9A0620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90" y="3671316"/>
            <a:ext cx="3815618" cy="2545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DBAE1-E33B-E77F-2180-A53C73BFB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276" y="3671316"/>
            <a:ext cx="3827019" cy="2553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960D9A-89D5-E6FA-F7BC-40B0D8121F90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20849-5BC0-7340-8CB1-CE9967CA865A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F52E5-E3ED-FFAE-6F13-BEB5821096AC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E0946-62E1-ED6C-9A45-B3EB9DA21EDC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81735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3</cp:revision>
  <dcterms:created xsi:type="dcterms:W3CDTF">2025-12-21T23:09:51Z</dcterms:created>
  <dcterms:modified xsi:type="dcterms:W3CDTF">2025-12-21T23:41:07Z</dcterms:modified>
</cp:coreProperties>
</file>