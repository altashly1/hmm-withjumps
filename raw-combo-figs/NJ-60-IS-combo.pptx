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6E71B-F5E5-CA12-FB99-5E68DAAB5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F0FE1-BA6E-5236-C248-F9FDD388C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68E23-D5BA-764E-6E7C-325EEFF95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B582-591B-A543-BB4B-36F607242712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B78A9-D715-8EA7-236F-B4440A3E9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1A425-D236-76C8-DC75-C6F6BCE9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B4A08-094B-2A46-85F0-9784B5734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540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08CFA-2849-75BD-DB71-C5FBB532B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87AE9-32C5-8491-B5AB-00B22EE60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B3FA8-0BB8-2C22-D017-476A1C88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B582-591B-A543-BB4B-36F607242712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F74AB-B2FC-B439-5618-C2D289AF2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DFFC9-C6D6-5214-70AA-B511A7054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B4A08-094B-2A46-85F0-9784B5734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01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CB1B5-498A-836B-EC22-0AF918EC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27798-D21E-3420-435D-3F73E5DFB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9D3F8-4266-C36D-274E-1B1BA89F2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B582-591B-A543-BB4B-36F607242712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29903-694A-2BA0-B87B-866E33084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FB2E7-AC5D-3511-E779-3AC5ADA1E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B4A08-094B-2A46-85F0-9784B5734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558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22D02-0068-ED0E-0437-4BAA7DC8F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4D616-28EA-7AFF-128E-577B10B71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DB27E-AF5D-268C-D295-05F17502B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27D64-872D-9748-5A21-56495CCD8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B582-591B-A543-BB4B-36F607242712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0DE76-3567-51A5-3E92-33AB616E8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2B19D-AF19-4527-AB99-88C662145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B4A08-094B-2A46-85F0-9784B5734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12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2074-AD7F-B847-8DEC-E5328AB15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159D9-783B-F002-908F-AAA7F1523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F37D6-D7C2-13AA-2685-61A807F39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D067F0-7A43-7DA1-D2A3-E28C427499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515F03-E66B-7112-29D7-E60FEDF94E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C9A272-E381-B3EA-F4A7-49C9070BF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B582-591B-A543-BB4B-36F607242712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6A8A0E-20E4-095A-9C89-13D460F8A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EF0ACA-4B13-0A22-D45D-13E670CA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B4A08-094B-2A46-85F0-9784B5734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36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D1853-8D33-3964-953F-FF1710E20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F11DCA-E9C7-70E1-FA94-01AF34886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B582-591B-A543-BB4B-36F607242712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B85AEF-9E78-8359-37EE-BE72EFF7A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AC802C-CEDD-94E1-2FC6-9C46E1741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B4A08-094B-2A46-85F0-9784B5734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277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387C4C-2575-6179-DA4D-6242AB09F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B582-591B-A543-BB4B-36F607242712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EA4F08-8B2A-6091-BEE1-D4A89DE49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7F8FE-B3AA-451D-8E75-B47ADFA2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B4A08-094B-2A46-85F0-9784B5734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09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265EB-B366-20A4-A5ED-82A3152A9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BFE38-4E97-45F6-A2EE-3FC560DEE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FCEC0-E44A-3598-2CAA-62D02A3E3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65E14-DF99-3937-3B85-578C1FD79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B582-591B-A543-BB4B-36F607242712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887E2-C15F-2372-5226-10E15828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6B564-A554-F934-2A15-75C50E3D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B4A08-094B-2A46-85F0-9784B5734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98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4F4A0-0AEC-434D-82CA-CED7E6EEB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8002C-8FF7-136F-463A-BF5305D947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B39AE-461B-A99C-3A01-74EB7EA34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DE1D7-3AC8-B474-C314-BEFB77236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B582-591B-A543-BB4B-36F607242712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A3A1E-DDEF-5D8D-25E7-7748883F2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E8045-989B-C027-BA0C-2EB88CA4E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B4A08-094B-2A46-85F0-9784B5734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392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902F1-1670-0C1F-2752-A094FEC0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67A94F-A2F5-16FB-1D9D-97FA37A9B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3FE0C-DB81-640E-7863-5B3DAC8C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B582-591B-A543-BB4B-36F607242712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E18A3-AA88-E4CF-6C7C-349E66869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10496-6CE2-83C6-9A86-5C57FD9A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B4A08-094B-2A46-85F0-9784B5734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65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AC4603-6091-7869-381A-3F1735538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8CBCC1-DB9B-A9FF-C591-062D4FE6A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90D0A-A33E-AF52-11FF-054C87C96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1B582-591B-A543-BB4B-36F607242712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B564D-4EE6-F276-E96D-F8E3F3904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7832E-F90F-FBEA-B695-62EC5E25E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B4A08-094B-2A46-85F0-9784B5734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9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14263B-07C6-015D-B560-0D87C1332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95E8C-0200-2E78-FA12-98B90B857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E674D-E575-7CFA-6AF5-0A6414BF0F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1B582-591B-A543-BB4B-36F607242712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3F081-D52D-580A-0C14-829C89C86F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02EFE-35BD-FDA2-A8B0-1541D33F7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B4A08-094B-2A46-85F0-9784B5734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1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A1055A1-66D4-0B22-DF8A-E553F2846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72" y="643467"/>
            <a:ext cx="3811654" cy="254321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7C91DCF-A719-6C48-F78E-D7FC322CE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959" y="643467"/>
            <a:ext cx="3811654" cy="254321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8153AD6-2765-1194-EF07-F6902FD35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90" y="3671316"/>
            <a:ext cx="3815618" cy="25458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FA15FB-8BDF-2D18-C161-ABF272CD7F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276" y="3671316"/>
            <a:ext cx="3827019" cy="25534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A6DE91-CB84-30B9-1718-BC8077957F22}"/>
              </a:ext>
            </a:extLst>
          </p:cNvPr>
          <p:cNvSpPr txBox="1"/>
          <p:nvPr/>
        </p:nvSpPr>
        <p:spPr>
          <a:xfrm>
            <a:off x="3289900" y="3137180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(a)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559BDF-6340-04BE-D843-212D9C1077A4}"/>
              </a:ext>
            </a:extLst>
          </p:cNvPr>
          <p:cNvSpPr txBox="1"/>
          <p:nvPr/>
        </p:nvSpPr>
        <p:spPr>
          <a:xfrm>
            <a:off x="8640111" y="3137180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6CFC53-DE07-F4BF-4A4C-A49FB03F9E95}"/>
              </a:ext>
            </a:extLst>
          </p:cNvPr>
          <p:cNvSpPr txBox="1"/>
          <p:nvPr/>
        </p:nvSpPr>
        <p:spPr>
          <a:xfrm>
            <a:off x="3289900" y="6197885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9474BE-8786-E286-8C27-491C19FC5B0C}"/>
              </a:ext>
            </a:extLst>
          </p:cNvPr>
          <p:cNvSpPr txBox="1"/>
          <p:nvPr/>
        </p:nvSpPr>
        <p:spPr>
          <a:xfrm>
            <a:off x="8640111" y="6197884"/>
            <a:ext cx="356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2988436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Abdulrahman Alswaidan</dc:creator>
  <cp:lastModifiedBy>Abdulrahman Alswaidan</cp:lastModifiedBy>
  <cp:revision>2</cp:revision>
  <dcterms:created xsi:type="dcterms:W3CDTF">2025-12-21T23:17:45Z</dcterms:created>
  <dcterms:modified xsi:type="dcterms:W3CDTF">2025-12-21T23:40:40Z</dcterms:modified>
</cp:coreProperties>
</file>