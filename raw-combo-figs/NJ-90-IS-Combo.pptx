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09BDD-0BC2-79F6-66C6-214CF6C2C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2EB60-1F6E-9500-0EC8-6C3B43F74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07BF9-0AD3-37BF-592D-1C0F270AE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8975-EFE4-DB45-957B-9894B1D3278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6BFA-EC25-5F1A-FC79-511397FFB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08145-89AA-6541-C250-9AA1D0F16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16BD-EC13-F245-BA20-8E9FD213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3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DDD2F-0961-BC46-B69F-2F61B9A8C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DAEA2-C1F8-9BE2-95A6-1B0842561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D48DB-7C80-9A12-56C3-800BB3C0E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8975-EFE4-DB45-957B-9894B1D3278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86C80-7C6C-CC21-112A-C3376825A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E15E4-C45F-9A11-DF95-2F23522D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16BD-EC13-F245-BA20-8E9FD213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98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2D7A4-251B-CFE9-4D80-2A6039AB1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BCBB7-08C9-4BCC-DA44-BD79B69AB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79BBD-C570-4C44-34A3-9784F62B7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8975-EFE4-DB45-957B-9894B1D3278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33128-E240-ED31-A52D-FA70106A5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838D2-5BE0-6B96-5241-CE2269869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16BD-EC13-F245-BA20-8E9FD213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4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759CB-1FD2-9E52-61D2-03BF96FE5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722B1-55F5-B219-8A53-E93BA76E1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5F2F3-2480-C559-2F46-D31C1BA68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FCD10-224F-C35E-430B-38F886A0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8975-EFE4-DB45-957B-9894B1D3278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13B00-FB1F-5928-D69F-B9A4268E5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0B34F-B442-036E-D2A5-17C9B47AA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16BD-EC13-F245-BA20-8E9FD213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4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DA78-BA98-D020-7A3F-2B52518C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BBADB-2ED3-2A40-885D-6CC4D9FBE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43AE0-C650-F68B-4F8C-12E0E5D94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CA0FE5-DCFF-1C47-CE69-DF4A23A995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A0D7B7-848D-84D1-D089-7FA6D18320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8E71C6-3186-2515-A5D4-0BD1294A7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8975-EFE4-DB45-957B-9894B1D3278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0B6E0D-0F6F-502F-478B-21EE49380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B1AB1-6666-BBD1-A261-43C372BD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16BD-EC13-F245-BA20-8E9FD213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90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D7D5-A67D-FC71-2660-29CC5FE6F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996B8-9B9F-860E-C650-6C26A149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8975-EFE4-DB45-957B-9894B1D3278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CBB14-F95E-8834-5FE1-23B437B47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FE994-30EB-00ED-5B61-86C6A566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16BD-EC13-F245-BA20-8E9FD213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32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32CBAC-A12F-1617-86BD-2DABD540B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8975-EFE4-DB45-957B-9894B1D3278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7CFC63-D5C4-55E0-60AF-07F45F3B0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31E55-32AB-3A2B-B20F-97348A0AA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16BD-EC13-F245-BA20-8E9FD213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1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AB73F-58EB-CF15-726A-CF944E0BB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0C3E4-4030-43BC-BA20-5803A5F0D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306A8-EA5F-2C62-0599-DE2048DBF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E1C3D-EE35-1A75-5BB3-B720A0939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8975-EFE4-DB45-957B-9894B1D3278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1E982-4A51-F20C-874D-36D47535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0373E-8CC6-32E3-A8CD-AC766119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16BD-EC13-F245-BA20-8E9FD213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8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A3FCA-977E-2FD8-EAC9-66626230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34AF87-1E3A-98F6-9189-F954D38E34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51D7F-AF93-D351-78EA-763E6E909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4AB70-41F3-9533-AA48-B5EC7F37B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8975-EFE4-DB45-957B-9894B1D3278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C6ED8-054E-CABF-6CBC-AA9E05CB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51246-BC48-E295-D53D-43275042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16BD-EC13-F245-BA20-8E9FD213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44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3526-EB57-99E6-B1E8-05541D644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E42FAB-3791-F342-017E-3E5E03600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06FF4-C862-BB42-D166-6724CE9C9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8975-EFE4-DB45-957B-9894B1D3278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5BB69-6E78-2229-B427-FED678F21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131D2-6D20-3FE4-E1BD-220238DF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16BD-EC13-F245-BA20-8E9FD213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6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3742F7-A461-D732-C092-2AF91BC37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D2960-B5BB-E65A-0AAC-72B520206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ACE7A-C3F1-C72C-EF13-96D2D3BC4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8975-EFE4-DB45-957B-9894B1D3278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21189-687F-7D5E-3840-953E1224A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E4754-7C7E-08B0-18F3-2FDF2842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316BD-EC13-F245-BA20-8E9FD213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49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FDBD32-5E87-2664-A779-C07B4046E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23EBF-B4F6-E75C-313D-A38E3820B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539EE-0392-DE09-E506-AA18EF2100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38975-EFE4-DB45-957B-9894B1D3278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74A4E-F69E-7657-8EDB-BD48553A3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5E9A8-9C5A-37FF-9D5C-A3BBFA622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316BD-EC13-F245-BA20-8E9FD213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2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61C135C-5F58-4F1C-D93A-6C5999F73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72" y="643467"/>
            <a:ext cx="3811654" cy="254321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3B1CD81-500E-C29A-4A19-1884A0255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959" y="643467"/>
            <a:ext cx="3811654" cy="254321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E87C75C-E29D-4163-59C1-B4E60AA75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959" y="3671313"/>
            <a:ext cx="3815618" cy="25458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DAA091-8C7F-65C4-2A55-7DC1A85D9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4722" y="3671313"/>
            <a:ext cx="3827019" cy="25534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49C63F-FF79-43C3-1F18-3BE29F079DC7}"/>
              </a:ext>
            </a:extLst>
          </p:cNvPr>
          <p:cNvSpPr txBox="1"/>
          <p:nvPr/>
        </p:nvSpPr>
        <p:spPr>
          <a:xfrm>
            <a:off x="3289900" y="3137180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0C44A7-FA06-E655-6BD4-79417F4C87C7}"/>
              </a:ext>
            </a:extLst>
          </p:cNvPr>
          <p:cNvSpPr txBox="1"/>
          <p:nvPr/>
        </p:nvSpPr>
        <p:spPr>
          <a:xfrm>
            <a:off x="8640111" y="3137180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262A67-0F0F-EB8A-EBAB-F404E0B5B85F}"/>
              </a:ext>
            </a:extLst>
          </p:cNvPr>
          <p:cNvSpPr txBox="1"/>
          <p:nvPr/>
        </p:nvSpPr>
        <p:spPr>
          <a:xfrm>
            <a:off x="3289900" y="6197885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7E0B48-163A-651F-E549-C7AA3325C13A}"/>
              </a:ext>
            </a:extLst>
          </p:cNvPr>
          <p:cNvSpPr txBox="1"/>
          <p:nvPr/>
        </p:nvSpPr>
        <p:spPr>
          <a:xfrm>
            <a:off x="8640111" y="6197884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3933350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Abdulrahman Alswaidan</dc:creator>
  <cp:lastModifiedBy>Abdulrahman Alswaidan</cp:lastModifiedBy>
  <cp:revision>2</cp:revision>
  <dcterms:created xsi:type="dcterms:W3CDTF">2025-12-21T23:23:08Z</dcterms:created>
  <dcterms:modified xsi:type="dcterms:W3CDTF">2025-12-21T23:40:15Z</dcterms:modified>
</cp:coreProperties>
</file>