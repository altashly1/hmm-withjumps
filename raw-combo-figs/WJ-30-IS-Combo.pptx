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1D96-256F-7ADA-46C4-5151FAB34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5FECC-1E96-E2C8-2624-74EC590C9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C9B4A-12D4-9A5F-59FA-8FB1828E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92A38-A25B-F736-8DD2-B9995858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40B9B-DE4C-3992-450A-465FBAAB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6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A04C7-EE70-D0A9-AEAC-9613E8C2B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DCE6A-DC74-B71B-BA0E-83BFFACEC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8599B-5232-AB3B-5554-821E084B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E5588-2D76-50B5-A4D9-F05D0C23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16D5D-120A-157D-8F57-14D8AB2C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63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4FEB-EFA4-3245-B339-32EB96EB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7EAC7-A2E8-12B3-0225-1E965AC49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E3AC5-8CC1-104F-40B1-819411BFE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99803-9A03-3C38-D6BB-551EA8F6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10DA-2C45-88B0-1746-73A47E3B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9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888CC-FAC4-853D-6397-8631CFA9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31933-54E4-87E6-65E0-3EF03F67D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260BB-7971-76B3-8BD4-E8ACFBE84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CC37A-F737-8F0E-6D15-AAC52FA30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37669-D8A4-B604-07E1-3F97F5E3B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75B9A-1590-A6FB-5971-ADD2A91D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1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E255-4679-E513-56C1-1E1484C1C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E0505-D4DC-D51C-85CE-AD435D4BF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BB6D4-861B-2DEB-12FA-2220CA1E4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2F730-0215-FCAE-B4A0-E511B0539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32C56-FEB5-030D-EA74-489A790A9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90EFED-601D-8F4D-2368-F2057EF6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5D2A8-02DB-BCB2-6156-F6CBA94F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31D0BB-712A-8172-F5C5-359725A3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49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57773-414B-0F65-E76F-388619CA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ABE9E-4699-3936-DD97-5A8F39F81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21739-5436-F7AC-2633-FD1981787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7A619-3A94-60F0-7778-F0EB672AB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8FD15-46C3-7B5A-4BC8-8B6A6046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E7F89-0965-AE61-85BE-62B996C9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FE2A5-0890-A013-BDB1-164A9D41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2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654C-F859-6A06-EB01-E8ED572E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B3D70-80EF-2B71-1BD4-A2988D90B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17EB7-C28E-837E-A912-6B576FDA5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24A6F-C63E-945D-DFC5-2492FA6C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2EEF2-039E-1F61-605D-EDBBE14C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26BC3-D53B-9AA0-22E0-7FAB3B3C0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05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08C4-7D10-B0AB-EE0E-505E08D9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62A03-D1C3-4F90-6D66-556D0F333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09555-AFA3-6BA3-3A20-ABBDFA5DF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9BDF3-4272-9C06-A909-14016249A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C3DE0-BFC5-2BFF-75FB-30513545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BC843-9BBE-DB78-9FDE-7A87DDF7A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6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1D6D-F5EE-66DF-FD29-2A5783E1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DED24-854C-70D6-9992-33A06E3FB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E6BDE-71D6-4412-252F-6956207F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61736-99DF-2247-DA2A-90B9DB71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CF123-B827-6148-9C14-1EF1A1BDC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70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9AEA1-A3CF-754B-B2BE-9DA873EC7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3DFA1-719E-12D1-E8BB-40806EB43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34FA2-810D-54AA-0C40-426A359D8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3A3FB-9BFA-50C6-BCF4-75B4B442B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CB089-E3EF-35F0-A4CB-BB02CED7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5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02522-8FED-08E6-40FB-15F5E4BB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23821-38B1-5B5A-12BA-CD669DA5A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C9B3E-4809-89DF-9384-EF3DAA088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DB287-FFF4-7C4C-9CF1-D7080D617373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35D57-A5AD-CFEF-88ED-F30C0E8BD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19F6F-8E58-2EC5-288B-504371778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BEFDC-3206-7740-AC6C-ABE00D549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1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7BDFB4-D842-C397-27BE-4A038D49A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72" y="643467"/>
            <a:ext cx="3811654" cy="254321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7B60B14-7EAA-2CCB-BF46-89118979C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59" y="643467"/>
            <a:ext cx="3811654" cy="2543217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F5480B6-9679-6A70-7D66-21253E8EA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90" y="3671316"/>
            <a:ext cx="3815618" cy="2545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3903F0-5FEB-6340-FA7C-A9AF90A8E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276" y="3671316"/>
            <a:ext cx="3827019" cy="25534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7ED4B5-6BEC-B34D-D32C-C743978B4AAF}"/>
              </a:ext>
            </a:extLst>
          </p:cNvPr>
          <p:cNvSpPr txBox="1"/>
          <p:nvPr/>
        </p:nvSpPr>
        <p:spPr>
          <a:xfrm>
            <a:off x="3289900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3A316B-3F5D-4E9A-F90F-D4D40C8E99AD}"/>
              </a:ext>
            </a:extLst>
          </p:cNvPr>
          <p:cNvSpPr txBox="1"/>
          <p:nvPr/>
        </p:nvSpPr>
        <p:spPr>
          <a:xfrm>
            <a:off x="8640111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D9D886-A934-02CA-5762-1B21D5A439E2}"/>
              </a:ext>
            </a:extLst>
          </p:cNvPr>
          <p:cNvSpPr txBox="1"/>
          <p:nvPr/>
        </p:nvSpPr>
        <p:spPr>
          <a:xfrm>
            <a:off x="3289900" y="6197885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C9DCF9-4AF3-D6ED-1DE8-306E2DADCC34}"/>
              </a:ext>
            </a:extLst>
          </p:cNvPr>
          <p:cNvSpPr txBox="1"/>
          <p:nvPr/>
        </p:nvSpPr>
        <p:spPr>
          <a:xfrm>
            <a:off x="8640111" y="6197884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3710231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Alswaidan</dc:creator>
  <cp:lastModifiedBy>Abdulrahman Alswaidan</cp:lastModifiedBy>
  <cp:revision>2</cp:revision>
  <dcterms:created xsi:type="dcterms:W3CDTF">2025-12-21T23:25:53Z</dcterms:created>
  <dcterms:modified xsi:type="dcterms:W3CDTF">2025-12-21T23:39:57Z</dcterms:modified>
</cp:coreProperties>
</file>