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656F5-8F79-8153-62FD-C4FB6970B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98BC6-2520-82B6-A032-112F7261C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4E143-FBB9-DF28-229A-DD77623D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92F0-C430-0346-A321-6527193714D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0076F-1CB5-F977-F33A-D1DE7F25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D8061-3A75-CB59-A682-F6D2E1E1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E19A-6258-FD4F-B8C6-F628C07F5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3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E09AC-5A92-0338-B22E-8790BF5D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8B261-1753-7C99-A31D-8D44B0C93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D5ABB-4ECB-4C99-84CE-C2E563F5B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92F0-C430-0346-A321-6527193714D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DF3D8-187D-DC51-AA6C-D7B4CD5B0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AA5E-BAE7-09BE-5F9F-581999E1F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E19A-6258-FD4F-B8C6-F628C07F5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71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31BB-5B06-E9EA-E3F9-7CFC95C02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E038E-7EEF-F38F-4FF9-F4225A2A5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D9F7F-39A7-24E7-247B-96529DDC5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92F0-C430-0346-A321-6527193714D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C8432-966D-3DC9-EB25-5B2E877B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675F7-9A05-5E19-85C9-BE9EF10B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E19A-6258-FD4F-B8C6-F628C07F5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4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067B-1E17-0906-6255-A10385997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EB54D-2384-79BA-B1E3-44A649313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510D7-AB7F-B51A-957E-EDEFE8F5F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369EA-C0FE-60A2-CBEF-AEB0966AB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92F0-C430-0346-A321-6527193714D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2D926-5C49-60C4-F479-2C49C7A8A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DC52B-7EED-4530-1BF3-BFF590AE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E19A-6258-FD4F-B8C6-F628C07F5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D4B0-117F-7209-FE72-DD0B1FB34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B0CB9-3085-CDDE-50B7-A7F39753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F435B-890C-8C89-5E28-1C2F3E1C3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AFDD9C-1EB1-59CE-5DF7-C16751B12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D733D-E507-5FF5-62DD-63D7F57C2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EE43A5-7952-D35B-9524-43403B8A9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92F0-C430-0346-A321-6527193714D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3A7BFA-2F7E-D22C-25A9-9BEBEDB18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FAAABA-0782-A68A-4359-04FEC953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E19A-6258-FD4F-B8C6-F628C07F5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10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611CE-463D-50A6-79DE-35218C0B7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10497-B2F2-09A1-7701-6F25C08A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92F0-C430-0346-A321-6527193714D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8BFE8-1A66-04A0-F0A4-2307F6B8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9AF8D-B7DE-1CCA-AF00-ADE5B6765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E19A-6258-FD4F-B8C6-F628C07F5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36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A2AEA-BE00-5EC8-9A31-E8F67CE9A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92F0-C430-0346-A321-6527193714D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258473-70AE-F8B5-E06C-31D865069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249FA-8B3B-5B43-1811-BCD5D4F6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E19A-6258-FD4F-B8C6-F628C07F5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74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F53A-00E3-7F19-B084-D99A5848C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0A66D-E866-C692-3A6C-753D63703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F7739-3B7A-05DA-7355-11806AFED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188FF-37BC-5D45-5156-D7A619D26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92F0-C430-0346-A321-6527193714D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285C2-002B-649E-7956-6A08CC46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F1F7B-5F26-F010-3F88-F33E69212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E19A-6258-FD4F-B8C6-F628C07F5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F659C-24F6-F0BD-6CD3-E033053D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AAAE5E-1425-D907-CBE8-9B47BC720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12191-0D29-21C8-A799-ED1A4632D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F0BE7-E86C-8B96-8691-20755152A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92F0-C430-0346-A321-6527193714D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AAB29-E04A-9689-F8BD-BEA7B0E7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FEF0B-66D6-ED95-1A2C-3FD86CEC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E19A-6258-FD4F-B8C6-F628C07F5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5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69D9D-6162-ED71-F1A3-B7D419148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F0ABB-C360-2CBF-ADFC-2D957A839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F60CC-3E42-DCFF-10B9-C245DF249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92F0-C430-0346-A321-6527193714D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B73AA-4424-3F60-1E89-E76A7F3A2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74C17-A699-A047-08CD-B3A0CD6A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E19A-6258-FD4F-B8C6-F628C07F5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07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63996F-4137-FC02-1BF8-736C21AE6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B8029-5103-7E86-9BB8-DF1DED621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732AF-9B41-2243-43BC-A17ECB48C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92F0-C430-0346-A321-6527193714D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19F5E-D0B9-1B2D-8A2F-E0B5D2B4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9B5F2-B621-7E61-5083-EF400521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E19A-6258-FD4F-B8C6-F628C07F5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1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F91185-4A3E-30D9-9379-297166B69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E36CE-76D9-1E20-B85E-8EC22CA7E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55786-A4EF-FB3B-6367-06FF1A3B97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A92F0-C430-0346-A321-6527193714D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11217-52A0-4E52-44D6-E80E46202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3EC17-96B6-C679-C305-C8A84AFE9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5E19A-6258-FD4F-B8C6-F628C07F5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5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F257569-D30E-57D1-60A4-8524C9ABF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72" y="643467"/>
            <a:ext cx="3811654" cy="254321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8731AB5-59C1-CC83-9AE3-0D0C6BEC2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959" y="643467"/>
            <a:ext cx="3811654" cy="254321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F6CAABB-1931-6397-321D-4924944FA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276" y="3671313"/>
            <a:ext cx="3815618" cy="2545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688A6A-E1A0-C84E-609E-128D72C85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7490" y="3671313"/>
            <a:ext cx="3827019" cy="25534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055925-F78C-9B4E-59A5-704BF730BB89}"/>
              </a:ext>
            </a:extLst>
          </p:cNvPr>
          <p:cNvSpPr txBox="1"/>
          <p:nvPr/>
        </p:nvSpPr>
        <p:spPr>
          <a:xfrm>
            <a:off x="3289900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E1A38D-93E5-10FA-41F5-B18DEEBC3F10}"/>
              </a:ext>
            </a:extLst>
          </p:cNvPr>
          <p:cNvSpPr txBox="1"/>
          <p:nvPr/>
        </p:nvSpPr>
        <p:spPr>
          <a:xfrm>
            <a:off x="8640111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8B2456-CCCA-BC2C-2BA8-D550BA8877D0}"/>
              </a:ext>
            </a:extLst>
          </p:cNvPr>
          <p:cNvSpPr txBox="1"/>
          <p:nvPr/>
        </p:nvSpPr>
        <p:spPr>
          <a:xfrm>
            <a:off x="3289900" y="6197885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D8997-EB7A-0494-6C7F-ED254B6434BF}"/>
              </a:ext>
            </a:extLst>
          </p:cNvPr>
          <p:cNvSpPr txBox="1"/>
          <p:nvPr/>
        </p:nvSpPr>
        <p:spPr>
          <a:xfrm>
            <a:off x="8640111" y="6197884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1800288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Abdulrahman Alswaidan</dc:creator>
  <cp:lastModifiedBy>Abdulrahman Alswaidan</cp:lastModifiedBy>
  <cp:revision>3</cp:revision>
  <dcterms:created xsi:type="dcterms:W3CDTF">2025-12-21T23:28:48Z</dcterms:created>
  <dcterms:modified xsi:type="dcterms:W3CDTF">2025-12-21T23:39:49Z</dcterms:modified>
</cp:coreProperties>
</file>