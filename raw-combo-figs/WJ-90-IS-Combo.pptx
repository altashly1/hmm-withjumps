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25981-84C0-A46C-4640-0C97C6592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5EEC2-1CD0-ABC4-6A00-F93EB998C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26643-25B1-8708-FC84-E48BBCEBA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080-D528-E242-8EC7-CFCF20819160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A3D69-2434-AF6A-BAE8-81C1FF21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0C92B-48A5-1F3A-84EF-6387B7B3E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B404-791F-5B4E-99F7-B09F3EFF0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16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49147-BD9A-8240-5454-86D28848E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60F7-A2A6-AA12-964F-D4D3461D0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ABEC9-FECE-6414-786B-D3EC05284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080-D528-E242-8EC7-CFCF20819160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8640B-FE90-4520-AB94-FE989C29A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B9E6F-A9CD-47AD-8AE2-6449A24F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B404-791F-5B4E-99F7-B09F3EFF0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1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290D-14A8-860C-9AA7-C6DBEDE9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AB7A8-3E5D-F175-1435-A8B883B4C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018DA-F7E5-E22A-1216-D953C45A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080-D528-E242-8EC7-CFCF20819160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69F22-C9EE-0C0B-DB28-76C7797F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EECBC-0A73-E689-36E7-9C936B15E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B404-791F-5B4E-99F7-B09F3EFF0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3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9820-8B5D-9602-ACA0-57D0E8DC1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A721E-DC6A-1D7E-643A-26C7BE1DB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47F59-11EC-F1FC-C437-96F04866C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A8FAB-7AB0-3ADD-F95F-482782B5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080-D528-E242-8EC7-CFCF20819160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F3E25-3DF4-21D7-F116-8EE0393EF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FBC0D-5EF9-A024-0F96-E635E47B2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B404-791F-5B4E-99F7-B09F3EFF0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95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7821-D4C0-9BA2-63C1-513F943E6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943EE-0B3C-B53F-FE56-FE825A8E0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EB9AE-7DAA-6E63-C618-D3EE93812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E18B3-D0EA-242B-DB36-0262D69FD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4F2353-0ECA-0B70-8061-83C9B8EA88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A33386-51B9-E35D-2A69-39EEA1395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080-D528-E242-8EC7-CFCF20819160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3C6E5-74CA-33FB-7A3B-A49D8B679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4AEF6E-AB49-955F-1211-6DDA8250E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B404-791F-5B4E-99F7-B09F3EFF0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40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E6325-FD93-D856-EB92-D09942AF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96A8F2-0F7C-58D1-6D17-805C1E16D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080-D528-E242-8EC7-CFCF20819160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AAFF46-2878-3EE4-7C25-E5361AA9D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AFDD1-3125-7CAC-02C1-4BBC35C90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B404-791F-5B4E-99F7-B09F3EFF0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59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E7A5CF-0571-F93B-71F4-7D728BA2D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080-D528-E242-8EC7-CFCF20819160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2B5AB8-435F-A507-6D5A-06BF7B6A3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A0D0F-E168-138E-117D-AD9AC363A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B404-791F-5B4E-99F7-B09F3EFF0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97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A25C5-CF42-F125-F848-87B51005C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D0435-5F06-02D2-9AA1-8769B7EF8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0D149-BEFA-A618-A97E-9DA8CD54D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DCF07-39EE-7AE3-B791-5E681CAC2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080-D528-E242-8EC7-CFCF20819160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28325-D236-C57C-CA55-455C2C2B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2E540-CE2C-A025-EF97-93035ABD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B404-791F-5B4E-99F7-B09F3EFF0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77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47001-39A6-C722-BECE-7863382D3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7019D2-EC0F-FFFC-79AB-B23803D99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8E63C3-4B45-E09A-7ABF-FBA49609C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2F2F5-BF22-A8F6-FFC2-24CA6F95C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080-D528-E242-8EC7-CFCF20819160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0A490-C7E6-A670-42CE-175C2B505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41E2E-574E-F511-DAD8-96A4E35A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B404-791F-5B4E-99F7-B09F3EFF0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03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769B0-10E6-265A-72AD-BF1EC4DE3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4E5EB-67AC-D94E-92CA-1E759BD03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4EE2E-1A94-7861-ABDE-5F9FDC668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080-D528-E242-8EC7-CFCF20819160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5E4B2-C2CE-4D44-0BDD-028955E07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40157-4807-46DC-C4B0-B34F07522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B404-791F-5B4E-99F7-B09F3EFF0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1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BF6406-00A6-57EB-2888-D2A37EDF4A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A857E-EDA7-E19D-379F-497A6FF85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10496-0324-36A5-51EF-D00A164CE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0080-D528-E242-8EC7-CFCF20819160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3DDC9-32F9-DFDC-D40F-D7DB58DF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7B0C4-EA0F-6BA9-1881-432DB5E9D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B404-791F-5B4E-99F7-B09F3EFF0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89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D45511-6191-F281-6AC4-D61C55188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40B1F-AFDD-862E-B5C9-02118A558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DAC8C-47B1-5619-7EF9-849FDF80B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00080-D528-E242-8EC7-CFCF20819160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B5BAE-110C-AFD6-1150-2A7A62B65B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BBAE5-2A47-37F6-1866-890B2C9DCB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B8B404-791F-5B4E-99F7-B09F3EFF0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10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D381B3A-DFEB-C07A-9C40-969337C87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72" y="643466"/>
            <a:ext cx="3811654" cy="25432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158517-19E8-1177-83DA-53EC7BA88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958" y="643466"/>
            <a:ext cx="3811654" cy="254321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5BA69C0-D9E6-07BD-B618-8063518E5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90" y="3671316"/>
            <a:ext cx="3815618" cy="25458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57A253-600B-DEC9-F142-17A67C62E1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276" y="3671316"/>
            <a:ext cx="3827019" cy="25534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B7C01C-431E-C58C-9303-40DC09A42A5B}"/>
              </a:ext>
            </a:extLst>
          </p:cNvPr>
          <p:cNvSpPr txBox="1"/>
          <p:nvPr/>
        </p:nvSpPr>
        <p:spPr>
          <a:xfrm>
            <a:off x="3289900" y="3137180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603170-759B-5D92-0BE8-0D915C1D0229}"/>
              </a:ext>
            </a:extLst>
          </p:cNvPr>
          <p:cNvSpPr txBox="1"/>
          <p:nvPr/>
        </p:nvSpPr>
        <p:spPr>
          <a:xfrm>
            <a:off x="8640111" y="3137180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(b)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5B539-B3D4-7A6A-68A6-45D90B9A2C02}"/>
              </a:ext>
            </a:extLst>
          </p:cNvPr>
          <p:cNvSpPr txBox="1"/>
          <p:nvPr/>
        </p:nvSpPr>
        <p:spPr>
          <a:xfrm>
            <a:off x="3289900" y="6197885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0A9C04-BB7D-5804-A901-9360836863F0}"/>
              </a:ext>
            </a:extLst>
          </p:cNvPr>
          <p:cNvSpPr txBox="1"/>
          <p:nvPr/>
        </p:nvSpPr>
        <p:spPr>
          <a:xfrm>
            <a:off x="8640111" y="6197884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2850428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Abdulrahman Alswaidan</dc:creator>
  <cp:lastModifiedBy>Abdulrahman Alswaidan</cp:lastModifiedBy>
  <cp:revision>3</cp:revision>
  <dcterms:created xsi:type="dcterms:W3CDTF">2025-12-21T23:42:53Z</dcterms:created>
  <dcterms:modified xsi:type="dcterms:W3CDTF">2025-12-21T23:45:13Z</dcterms:modified>
</cp:coreProperties>
</file>