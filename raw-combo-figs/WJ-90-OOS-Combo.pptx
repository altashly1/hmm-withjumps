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07AEF-DD1F-C299-7B67-5830AABD90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7D5DA4-5828-79C6-7DB4-9DC4C7688F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808158-CF7F-4B9E-33E8-061C3A02F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28603-34DC-7F40-B556-2608608D2928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0C3292-2BDD-27C8-FB68-B42BAEB34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1784D1-1D03-5BEE-8841-24FDC7552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E7FE6-A009-8641-B507-8FC421FF43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032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95814-342D-BE74-C2F0-2AA184157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916B0C-FCAD-8E73-FF87-167957C3B0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B13B55-753B-2C22-89F8-C5F63BBA3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28603-34DC-7F40-B556-2608608D2928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B6967F-8286-F454-76E3-E2613AE9A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9024AE-DA99-8318-1609-18BCDEBE8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E7FE6-A009-8641-B507-8FC421FF43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113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4F21F-0E85-545A-9520-15046853E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C57DE0-2B77-9E89-8557-677466CB18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08AE9-3ECD-20EC-1307-FE7201150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28603-34DC-7F40-B556-2608608D2928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99B732-9B9D-D4B7-4D97-F1C68AB8D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1708F0-A79F-84F0-8FEC-97921980B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E7FE6-A009-8641-B507-8FC421FF43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134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7803-9DF2-0851-9976-1E5F58725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64385A-9DFD-7C74-1D2E-53B73EF7CE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6823E8-A984-69EB-1B1D-09FA93E90E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2C1B45-66F7-2A05-3BCA-FD3378222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28603-34DC-7F40-B556-2608608D2928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86C4C4-45D5-7610-9E35-C5DF5964B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0AECDA-D1CE-1473-37C2-10BE0A601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E7FE6-A009-8641-B507-8FC421FF43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367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9E209-C89D-5B86-FA73-4E67A377D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02D22E-490A-E928-E234-CD420C8482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17D657-7C09-5256-76FA-FB66194C77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DA451F-2346-9315-A9A2-930ED2A349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5027F0-FC95-1F14-DE61-432620FA5C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5D6FE5-D825-1360-766F-1CE49574E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28603-34DC-7F40-B556-2608608D2928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FE4BCA-181D-F5CA-A23B-A32967402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448610-3758-FBB7-A548-32AD54CF2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E7FE6-A009-8641-B507-8FC421FF43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143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E7A14-A1D4-A7C6-0FF6-80CE9E44D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9C5F03-7955-B6E9-5991-391E62B2F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28603-34DC-7F40-B556-2608608D2928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F1657B-A832-BC5C-F41C-39108DB31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2CB6E6-B206-B955-016B-4378A2870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E7FE6-A009-8641-B507-8FC421FF43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97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D1B9F1-BE58-B2FC-5602-DED0FF2C4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28603-34DC-7F40-B556-2608608D2928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7B0FF0-F1D8-14AF-7BA8-CA501FE15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FB70FA-3EF3-4C6D-83ED-E5E466228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E7FE6-A009-8641-B507-8FC421FF43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169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837FE-1F1D-9FD4-63A2-D48477B96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3DC030-5790-560A-FD74-D408515D86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D478E8-AF45-74C3-2A05-69C5FA0064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4079F4-1149-97B7-7D60-CDD1F4AB9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28603-34DC-7F40-B556-2608608D2928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826C3C-A6F2-E5F9-DFFC-8DA3E9948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1C4DC1-8306-54CF-8A44-FBE29E0C9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E7FE6-A009-8641-B507-8FC421FF43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5803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E63E6-708C-E8E9-9555-27149FCB5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7487D9-1741-162F-B17A-5393D2E284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7AA8D6-7F66-B647-B9CC-32997A1F33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72CABB-0166-ED68-83BA-64A3E06E5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28603-34DC-7F40-B556-2608608D2928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B9B23-E05D-316F-62FA-02AAB5F91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E31011-FEBD-90FE-CEFB-4C760D0EA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E7FE6-A009-8641-B507-8FC421FF43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8559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7E115-8679-A661-C8E7-CA42AB209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FDDABC-FC21-C2EE-0242-2606E851E0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E6B78E-83C5-0083-F49F-5FA837D43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28603-34DC-7F40-B556-2608608D2928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52FAF4-065B-DD28-4A97-4C31516B3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3FD46B-69D6-9C34-BA12-6345BA360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E7FE6-A009-8641-B507-8FC421FF43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5559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A78E91-30E2-A7CA-208A-274FB2F183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15B891-3935-48B6-D828-B7D9A35C8E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F3C0E7-2EB0-4647-B81D-5CF8BF4A0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28603-34DC-7F40-B556-2608608D2928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BF782D-C82D-07DB-0164-342D9B477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A588E2-AE8E-9ADB-C82C-074A0D4F1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E7FE6-A009-8641-B507-8FC421FF43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672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7645FF-B578-DEC3-6209-08271CFEF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502969-8B30-1825-5463-9FFAB97617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9EB303-40FA-B7BD-B00C-E023A43745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128603-34DC-7F40-B556-2608608D2928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894714-D401-DBE3-32BE-9AC57EE14E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4F63AE-74D6-7777-B70D-2C1B73C266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BE7FE6-A009-8641-B507-8FC421FF43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548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09A41D5-4DB7-48C5-99CF-D0220D21C1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7889" y="640822"/>
            <a:ext cx="3827019" cy="25534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A5407E0-E88B-6A25-C708-546AD4196D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8959" y="3672638"/>
            <a:ext cx="3811654" cy="2543217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1B6081D-D3E8-4209-B85B-EB1C655A6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1214" y="1111170"/>
            <a:ext cx="11040" cy="4645103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C43E64B0-E50D-3182-C03E-5262604963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8959" y="643467"/>
            <a:ext cx="3811654" cy="2543217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8CA55E4-1295-45C8-BA05-5A9E705B74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03027" y="3428998"/>
            <a:ext cx="4188904" cy="1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8C5794E-A9A1-4A23-AF68-C79A78223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610334" y="3428998"/>
            <a:ext cx="4188904" cy="1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50208B30-3D0B-B487-E372-0D7C14549C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3590" y="3671316"/>
            <a:ext cx="3815618" cy="254586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EF0DF61-F206-8FEC-6D63-CDDFA6651BFC}"/>
              </a:ext>
            </a:extLst>
          </p:cNvPr>
          <p:cNvSpPr txBox="1"/>
          <p:nvPr/>
        </p:nvSpPr>
        <p:spPr>
          <a:xfrm>
            <a:off x="3289900" y="3137180"/>
            <a:ext cx="35618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Helvetica" pitchFamily="2" charset="0"/>
              </a:rPr>
              <a:t>(a)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F2FF5F5-386B-4DC8-F8EB-A59BB1816647}"/>
              </a:ext>
            </a:extLst>
          </p:cNvPr>
          <p:cNvSpPr txBox="1"/>
          <p:nvPr/>
        </p:nvSpPr>
        <p:spPr>
          <a:xfrm>
            <a:off x="8640111" y="3137180"/>
            <a:ext cx="35618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Helvetica" pitchFamily="2" charset="0"/>
              </a:rPr>
              <a:t>(b)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0AAB65-81AF-41CA-7289-1A4C76C7313B}"/>
              </a:ext>
            </a:extLst>
          </p:cNvPr>
          <p:cNvSpPr txBox="1"/>
          <p:nvPr/>
        </p:nvSpPr>
        <p:spPr>
          <a:xfrm>
            <a:off x="3289900" y="6197885"/>
            <a:ext cx="35618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Helvetica" pitchFamily="2" charset="0"/>
              </a:rPr>
              <a:t>(c)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B9ED67-A0AF-7ADD-72ED-594922451A70}"/>
              </a:ext>
            </a:extLst>
          </p:cNvPr>
          <p:cNvSpPr txBox="1"/>
          <p:nvPr/>
        </p:nvSpPr>
        <p:spPr>
          <a:xfrm>
            <a:off x="8640111" y="6197884"/>
            <a:ext cx="35618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Helvetica" pitchFamily="2" charset="0"/>
              </a:rPr>
              <a:t>(d)</a:t>
            </a:r>
          </a:p>
        </p:txBody>
      </p:sp>
    </p:spTree>
    <p:extLst>
      <p:ext uri="{BB962C8B-B14F-4D97-AF65-F5344CB8AC3E}">
        <p14:creationId xmlns:p14="http://schemas.microsoft.com/office/powerpoint/2010/main" val="15873393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12</Words>
  <Application>Microsoft Macintosh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Helvetica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Abdulrahman Alswaidan</dc:creator>
  <cp:lastModifiedBy>Abdulrahman Alswaidan</cp:lastModifiedBy>
  <cp:revision>2</cp:revision>
  <dcterms:created xsi:type="dcterms:W3CDTF">2025-12-21T23:31:59Z</dcterms:created>
  <dcterms:modified xsi:type="dcterms:W3CDTF">2025-12-21T23:38:55Z</dcterms:modified>
</cp:coreProperties>
</file>